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887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i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4048"/>
            <a:ext cx="8686800" cy="4930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5176" y="40233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(a)</a:t>
            </a:r>
          </a:p>
        </p:txBody>
      </p:sp>
      <p:pic>
        <p:nvPicPr>
          <p:cNvPr id="4" name="Picture 3" descr="chain_transf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460931"/>
            <a:ext cx="4270248" cy="29232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5176" y="547921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(b)</a:t>
            </a:r>
          </a:p>
        </p:txBody>
      </p:sp>
      <p:pic>
        <p:nvPicPr>
          <p:cNvPr id="6" name="Picture 5" descr="chain_wave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5460931"/>
            <a:ext cx="4270248" cy="2689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81728" y="5479219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(c)</a:t>
            </a:r>
          </a:p>
        </p:txBody>
      </p:sp>
      <p:pic>
        <p:nvPicPr>
          <p:cNvPr id="8" name="Picture 7" descr="chain_corn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8530492"/>
            <a:ext cx="8686800" cy="25532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" y="854878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l_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4048"/>
            <a:ext cx="2798064" cy="19128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5176" y="40233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(a)</a:t>
            </a:r>
          </a:p>
        </p:txBody>
      </p:sp>
      <p:pic>
        <p:nvPicPr>
          <p:cNvPr id="4" name="Picture 3" descr="abl_sp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384048"/>
            <a:ext cx="2798064" cy="1903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9544" y="40233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(b)</a:t>
            </a:r>
          </a:p>
        </p:txBody>
      </p:sp>
      <p:pic>
        <p:nvPicPr>
          <p:cNvPr id="6" name="Picture 5" descr="abl_re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384048"/>
            <a:ext cx="2798064" cy="19016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53912" y="40233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(c)</a:t>
            </a:r>
          </a:p>
        </p:txBody>
      </p:sp>
      <p:pic>
        <p:nvPicPr>
          <p:cNvPr id="8" name="Picture 7" descr="abl_tra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443237"/>
            <a:ext cx="4270248" cy="28999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5176" y="2461525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(d)</a:t>
            </a:r>
          </a:p>
        </p:txBody>
      </p:sp>
      <p:pic>
        <p:nvPicPr>
          <p:cNvPr id="10" name="Picture 9" descr="abl_readfl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2443237"/>
            <a:ext cx="4270248" cy="28887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1728" y="2461525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4048"/>
            <a:ext cx="4270248" cy="2843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5176" y="40233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(a)</a:t>
            </a:r>
          </a:p>
        </p:txBody>
      </p:sp>
      <p:pic>
        <p:nvPicPr>
          <p:cNvPr id="4" name="Picture 3" descr="ir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384048"/>
            <a:ext cx="4270248" cy="292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81728" y="402336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(b)</a:t>
            </a:r>
          </a:p>
        </p:txBody>
      </p:sp>
      <p:pic>
        <p:nvPicPr>
          <p:cNvPr id="6" name="Picture 5" descr="energy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452552"/>
            <a:ext cx="4270248" cy="2875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5176" y="347084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(c)</a:t>
            </a:r>
          </a:p>
        </p:txBody>
      </p:sp>
      <p:pic>
        <p:nvPicPr>
          <p:cNvPr id="8" name="Picture 7" descr="hw_proje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452552"/>
            <a:ext cx="4270248" cy="28935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81728" y="3470840"/>
            <a:ext cx="457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500">
                <a:solidFill>
                  <a:srgbClr val="202020"/>
                </a:solidFill>
                <a:latin typeface="Arial"/>
              </a:rPr>
              <a:t>(d)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