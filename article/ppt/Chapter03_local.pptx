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11887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ts_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8686800" cy="26825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tts_maxc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212876"/>
            <a:ext cx="4270248" cy="2922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" y="3231164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tts_ts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3212876"/>
            <a:ext cx="4270248" cy="2914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3231164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density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6281380"/>
            <a:ext cx="8686800" cy="57732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6299668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i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8686800" cy="4930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chain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460931"/>
            <a:ext cx="4270248" cy="2923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chain_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5460931"/>
            <a:ext cx="4270248" cy="2689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chain_cor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8530492"/>
            <a:ext cx="8686800" cy="25532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854878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bl_b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2798064" cy="19128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abl_s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384048"/>
            <a:ext cx="2798064" cy="19035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9544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abl_r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384048"/>
            <a:ext cx="2798064" cy="19016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53912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abl_tra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443237"/>
            <a:ext cx="4270248" cy="2899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2461525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  <p:pic>
        <p:nvPicPr>
          <p:cNvPr id="10" name="Picture 9" descr="abl_readfli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2443237"/>
            <a:ext cx="4270248" cy="28887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2461525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2798064" cy="186293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ir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384048"/>
            <a:ext cx="2798064" cy="1914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9544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energy_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384048"/>
            <a:ext cx="2798064" cy="1883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53912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hw_pro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445112"/>
            <a:ext cx="4270248" cy="28935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246340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  <p:pic>
        <p:nvPicPr>
          <p:cNvPr id="10" name="Picture 9" descr="caliber_crosso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2445112"/>
            <a:ext cx="4270248" cy="2974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246340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