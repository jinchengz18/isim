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11887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in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384048"/>
            <a:ext cx="8686800" cy="49305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5176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(a)</a:t>
            </a:r>
          </a:p>
        </p:txBody>
      </p:sp>
      <p:pic>
        <p:nvPicPr>
          <p:cNvPr id="4" name="Picture 3" descr="chain_transf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5460931"/>
            <a:ext cx="4270248" cy="29232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65176" y="5479219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(b)</a:t>
            </a:r>
          </a:p>
        </p:txBody>
      </p:sp>
      <p:pic>
        <p:nvPicPr>
          <p:cNvPr id="6" name="Picture 5" descr="chain_wavef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5152" y="5460931"/>
            <a:ext cx="4270248" cy="26896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81728" y="5479219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(c)</a:t>
            </a:r>
          </a:p>
        </p:txBody>
      </p:sp>
      <p:pic>
        <p:nvPicPr>
          <p:cNvPr id="8" name="Picture 7" descr="chain_corn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8530492"/>
            <a:ext cx="8686800" cy="25532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5176" y="8548780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bl_b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384048"/>
            <a:ext cx="2798064" cy="19128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5176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(a)</a:t>
            </a:r>
          </a:p>
        </p:txBody>
      </p:sp>
      <p:pic>
        <p:nvPicPr>
          <p:cNvPr id="4" name="Picture 3" descr="abl_sp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2968" y="384048"/>
            <a:ext cx="2798064" cy="19035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9544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(b)</a:t>
            </a:r>
          </a:p>
        </p:txBody>
      </p:sp>
      <p:pic>
        <p:nvPicPr>
          <p:cNvPr id="6" name="Picture 5" descr="abl_res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7336" y="384048"/>
            <a:ext cx="2798064" cy="19016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53912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(c)</a:t>
            </a:r>
          </a:p>
        </p:txBody>
      </p:sp>
      <p:pic>
        <p:nvPicPr>
          <p:cNvPr id="8" name="Picture 7" descr="abl_traj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2443237"/>
            <a:ext cx="4270248" cy="28999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5176" y="2461525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(d)</a:t>
            </a:r>
          </a:p>
        </p:txBody>
      </p:sp>
      <p:pic>
        <p:nvPicPr>
          <p:cNvPr id="10" name="Picture 9" descr="abl_readfli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2443237"/>
            <a:ext cx="4270248" cy="288878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1728" y="2461525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r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384048"/>
            <a:ext cx="2798064" cy="186293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5176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(a)</a:t>
            </a:r>
          </a:p>
        </p:txBody>
      </p:sp>
      <p:pic>
        <p:nvPicPr>
          <p:cNvPr id="4" name="Picture 3" descr="ir_imp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2968" y="384048"/>
            <a:ext cx="2798064" cy="1914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9544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(b)</a:t>
            </a:r>
          </a:p>
        </p:txBody>
      </p:sp>
      <p:pic>
        <p:nvPicPr>
          <p:cNvPr id="6" name="Picture 5" descr="energy_st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7336" y="384048"/>
            <a:ext cx="2798064" cy="1883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53912" y="402336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(c)</a:t>
            </a:r>
          </a:p>
        </p:txBody>
      </p:sp>
      <p:pic>
        <p:nvPicPr>
          <p:cNvPr id="8" name="Picture 7" descr="hw_projec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2445112"/>
            <a:ext cx="4270248" cy="28935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5176" y="2463400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(d)</a:t>
            </a:r>
          </a:p>
        </p:txBody>
      </p:sp>
      <p:pic>
        <p:nvPicPr>
          <p:cNvPr id="10" name="Picture 9" descr="caliber_crosso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2445112"/>
            <a:ext cx="4270248" cy="28979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1728" y="2463400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500">
                <a:solidFill>
                  <a:srgbClr val="202020"/>
                </a:solidFill>
                <a:latin typeface="Arial"/>
              </a:rPr>
              <a:t>(e)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