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1188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i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4930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chain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460931"/>
            <a:ext cx="4270248" cy="2923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chain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460931"/>
            <a:ext cx="4270248" cy="2689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chain_cor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8530492"/>
            <a:ext cx="8686800" cy="25532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854878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bl_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4270248" cy="2919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abl_s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384048"/>
            <a:ext cx="4270248" cy="2905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1728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abl_r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49690"/>
            <a:ext cx="4270248" cy="29021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" y="346797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abl_tr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449690"/>
            <a:ext cx="4270248" cy="2899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46797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4270248" cy="2843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ir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384048"/>
            <a:ext cx="4270248" cy="29143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1728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energy_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44739"/>
            <a:ext cx="4270248" cy="2875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" y="3463027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hw_pro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444739"/>
            <a:ext cx="4270248" cy="28935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463027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