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in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384048"/>
            <a:ext cx="8686800" cy="49305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5176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(a)</a:t>
            </a:r>
          </a:p>
        </p:txBody>
      </p:sp>
      <p:pic>
        <p:nvPicPr>
          <p:cNvPr id="4" name="Picture 3" descr="chain_transf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5460931"/>
            <a:ext cx="4270248" cy="29232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65176" y="5479219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(b)</a:t>
            </a:r>
          </a:p>
        </p:txBody>
      </p:sp>
      <p:pic>
        <p:nvPicPr>
          <p:cNvPr id="6" name="Picture 5" descr="chain_wavef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5152" y="5460931"/>
            <a:ext cx="4270248" cy="26896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81728" y="5479219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(c)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bl_b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384048"/>
            <a:ext cx="4270248" cy="291933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5176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(a)</a:t>
            </a:r>
          </a:p>
        </p:txBody>
      </p:sp>
      <p:pic>
        <p:nvPicPr>
          <p:cNvPr id="4" name="Picture 3" descr="abl_sp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152" y="384048"/>
            <a:ext cx="4270248" cy="29050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81728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(b)</a:t>
            </a:r>
          </a:p>
        </p:txBody>
      </p:sp>
      <p:pic>
        <p:nvPicPr>
          <p:cNvPr id="6" name="Picture 5" descr="abl_res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3449690"/>
            <a:ext cx="4270248" cy="29021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65176" y="3467978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(c)</a:t>
            </a:r>
          </a:p>
        </p:txBody>
      </p:sp>
      <p:pic>
        <p:nvPicPr>
          <p:cNvPr id="8" name="Picture 7" descr="abl_traj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5152" y="3449690"/>
            <a:ext cx="4270248" cy="28999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81728" y="3467978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(d)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r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384048"/>
            <a:ext cx="4270248" cy="28431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5176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(a)</a:t>
            </a:r>
          </a:p>
        </p:txBody>
      </p:sp>
      <p:pic>
        <p:nvPicPr>
          <p:cNvPr id="4" name="Picture 3" descr="ir_imp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152" y="384048"/>
            <a:ext cx="4270248" cy="29143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81728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(b)</a:t>
            </a:r>
          </a:p>
        </p:txBody>
      </p:sp>
      <p:pic>
        <p:nvPicPr>
          <p:cNvPr id="6" name="Picture 5" descr="energy_st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3444739"/>
            <a:ext cx="4270248" cy="28752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65176" y="3463027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(c)</a:t>
            </a:r>
          </a:p>
        </p:txBody>
      </p:sp>
      <p:pic>
        <p:nvPicPr>
          <p:cNvPr id="8" name="Picture 7" descr="hw_projec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5152" y="3444739"/>
            <a:ext cx="4270248" cy="28935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81728" y="3463027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