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11887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i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8686800" cy="4930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chain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460931"/>
            <a:ext cx="4270248" cy="2923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" y="5479219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chain_wave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5460931"/>
            <a:ext cx="4270248" cy="2689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5479219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chain_corn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8530492"/>
            <a:ext cx="8686800" cy="25532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" y="854878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bl_b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4270248" cy="29193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abl_s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384048"/>
            <a:ext cx="4270248" cy="29050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1728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abl_r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449690"/>
            <a:ext cx="4270248" cy="29021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5176" y="3467978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abl_traj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3449690"/>
            <a:ext cx="4270248" cy="2899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81728" y="3467978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r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4270248" cy="28431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ir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384048"/>
            <a:ext cx="4270248" cy="2922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1728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energy_s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452552"/>
            <a:ext cx="4270248" cy="28752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5176" y="347084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hw_pro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3452552"/>
            <a:ext cx="4270248" cy="28935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81728" y="347084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